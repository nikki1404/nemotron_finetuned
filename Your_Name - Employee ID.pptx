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embeddedFontLst>
    <p:embeddedFont>
      <p:font typeface="Century Gothic" panose="020B0502020202020204" pitchFamily="34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jML1XBiWT3s5ZOvUpGDLpOr7f2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81B5F13-59AE-45E4-9BB5-5CCFF8B39774}">
  <a:tblStyle styleId="{781B5F13-59AE-45E4-9BB5-5CCFF8B3977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726"/>
  </p:normalViewPr>
  <p:slideViewPr>
    <p:cSldViewPr snapToGrid="0">
      <p:cViewPr>
        <p:scale>
          <a:sx n="75" d="100"/>
          <a:sy n="75" d="100"/>
        </p:scale>
        <p:origin x="3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6e631f0f7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7" name="Google Shape;397;g16e631f0f7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6e631f0f7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7" name="Google Shape;397;g16e631f0f7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17186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Orange Title">
  <p:cSld name="Two Column Orange Title">
    <p:bg>
      <p:bgPr>
        <a:solidFill>
          <a:schemeClr val="lt1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7"/>
          <p:cNvSpPr txBox="1">
            <a:spLocks noGrp="1"/>
          </p:cNvSpPr>
          <p:nvPr>
            <p:ph type="ctrTitle"/>
          </p:nvPr>
        </p:nvSpPr>
        <p:spPr>
          <a:xfrm>
            <a:off x="457200" y="1485900"/>
            <a:ext cx="11277600" cy="115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  <a:defRPr sz="4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14" name="Google Shape;314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7"/>
          <p:cNvSpPr txBox="1">
            <a:spLocks noGrp="1"/>
          </p:cNvSpPr>
          <p:nvPr>
            <p:ph type="ftr" idx="11"/>
          </p:nvPr>
        </p:nvSpPr>
        <p:spPr>
          <a:xfrm>
            <a:off x="4038599" y="6394198"/>
            <a:ext cx="6376317" cy="182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7"/>
          <p:cNvSpPr txBox="1">
            <a:spLocks noGrp="1"/>
          </p:cNvSpPr>
          <p:nvPr>
            <p:ph type="sldNum" idx="12"/>
          </p:nvPr>
        </p:nvSpPr>
        <p:spPr>
          <a:xfrm>
            <a:off x="10477638" y="6394198"/>
            <a:ext cx="481556" cy="182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7" name="Google Shape;317;p7"/>
          <p:cNvSpPr txBox="1">
            <a:spLocks noGrp="1"/>
          </p:cNvSpPr>
          <p:nvPr>
            <p:ph type="body" idx="1"/>
          </p:nvPr>
        </p:nvSpPr>
        <p:spPr>
          <a:xfrm>
            <a:off x="457200" y="457200"/>
            <a:ext cx="11277598" cy="421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8" name="Google Shape;318;p7"/>
          <p:cNvSpPr txBox="1">
            <a:spLocks noGrp="1"/>
          </p:cNvSpPr>
          <p:nvPr>
            <p:ph type="body" idx="2"/>
          </p:nvPr>
        </p:nvSpPr>
        <p:spPr>
          <a:xfrm>
            <a:off x="457200" y="3429000"/>
            <a:ext cx="4681538" cy="270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TR"/>
              <a:buChar char="–"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•"/>
              <a:defRPr sz="1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Char char="•"/>
              <a:defRPr sz="15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Char char="•"/>
              <a:defRPr sz="15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Char char="•"/>
              <a:defRPr sz="15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9" name="Google Shape;319;p7"/>
          <p:cNvSpPr txBox="1">
            <a:spLocks noGrp="1"/>
          </p:cNvSpPr>
          <p:nvPr>
            <p:ph type="body" idx="3"/>
          </p:nvPr>
        </p:nvSpPr>
        <p:spPr>
          <a:xfrm>
            <a:off x="457200" y="2795955"/>
            <a:ext cx="4681538" cy="556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0" name="Google Shape;320;p7"/>
          <p:cNvSpPr txBox="1">
            <a:spLocks noGrp="1"/>
          </p:cNvSpPr>
          <p:nvPr>
            <p:ph type="body" idx="4"/>
          </p:nvPr>
        </p:nvSpPr>
        <p:spPr>
          <a:xfrm>
            <a:off x="5689600" y="2795955"/>
            <a:ext cx="4681538" cy="556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1" name="Google Shape;321;p7"/>
          <p:cNvSpPr txBox="1">
            <a:spLocks noGrp="1"/>
          </p:cNvSpPr>
          <p:nvPr>
            <p:ph type="body" idx="5"/>
          </p:nvPr>
        </p:nvSpPr>
        <p:spPr>
          <a:xfrm>
            <a:off x="5678556" y="3429000"/>
            <a:ext cx="4681538" cy="270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TR"/>
              <a:buChar char="–"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•"/>
              <a:defRPr sz="18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Char char="•"/>
              <a:defRPr sz="15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Char char="•"/>
              <a:defRPr sz="15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Char char="•"/>
              <a:defRPr sz="15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5" name="Google Shape;32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31" name="Google Shape;33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7" name="Google Shape;33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3" name="Google Shape;343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4" name="Google Shape;34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0" name="Google Shape;350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1" name="Google Shape;351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2" name="Google Shape;352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7" name="Google Shape;367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68" name="Google Shape;368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69" name="Google Shape;36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76" name="Google Shape;37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8" name="Google Shape;37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2" name="Google Shape;38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8" name="Google Shape;38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8" name="Google Shape;308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9" name="Google Shape;30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0" name="Google Shape;31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1" name="Google Shape;31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6e631f0f73_0_0"/>
          <p:cNvSpPr txBox="1"/>
          <p:nvPr/>
        </p:nvSpPr>
        <p:spPr>
          <a:xfrm>
            <a:off x="196150" y="63975"/>
            <a:ext cx="11919600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B4D0A"/>
              </a:buClr>
              <a:buSzPts val="3200"/>
              <a:buFont typeface="Calibri"/>
              <a:buNone/>
            </a:pPr>
            <a:r>
              <a:rPr lang="en-US" sz="3200" dirty="0" err="1">
                <a:solidFill>
                  <a:srgbClr val="FB4D0A"/>
                </a:solidFill>
                <a:latin typeface="Calibri"/>
                <a:ea typeface="Calibri"/>
                <a:cs typeface="Calibri"/>
                <a:sym typeface="Calibri"/>
              </a:rPr>
              <a:t>Your_Name</a:t>
            </a:r>
            <a:r>
              <a:rPr lang="en-US" sz="3200" dirty="0">
                <a:solidFill>
                  <a:srgbClr val="FB4D0A"/>
                </a:solidFill>
                <a:latin typeface="Calibri"/>
                <a:ea typeface="Calibri"/>
                <a:cs typeface="Calibri"/>
                <a:sym typeface="Calibri"/>
              </a:rPr>
              <a:t>| Employee Id |Email</a:t>
            </a:r>
          </a:p>
        </p:txBody>
      </p:sp>
      <p:sp>
        <p:nvSpPr>
          <p:cNvPr id="400" name="Google Shape;400;g16e631f0f73_0_0"/>
          <p:cNvSpPr txBox="1"/>
          <p:nvPr/>
        </p:nvSpPr>
        <p:spPr>
          <a:xfrm>
            <a:off x="196150" y="430725"/>
            <a:ext cx="112401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Your_Role</a:t>
            </a:r>
            <a:endParaRPr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graphicFrame>
        <p:nvGraphicFramePr>
          <p:cNvPr id="401" name="Google Shape;401;g16e631f0f73_0_0"/>
          <p:cNvGraphicFramePr/>
          <p:nvPr>
            <p:extLst>
              <p:ext uri="{D42A27DB-BD31-4B8C-83A1-F6EECF244321}">
                <p14:modId xmlns:p14="http://schemas.microsoft.com/office/powerpoint/2010/main" val="2385965004"/>
              </p:ext>
            </p:extLst>
          </p:nvPr>
        </p:nvGraphicFramePr>
        <p:xfrm>
          <a:off x="196154" y="746134"/>
          <a:ext cx="11595353" cy="6047891"/>
        </p:xfrm>
        <a:graphic>
          <a:graphicData uri="http://schemas.openxmlformats.org/drawingml/2006/table">
            <a:tbl>
              <a:tblPr>
                <a:noFill/>
                <a:tableStyleId>{781B5F13-59AE-45E4-9BB5-5CCFF8B39774}</a:tableStyleId>
              </a:tblPr>
              <a:tblGrid>
                <a:gridCol w="1625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742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5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781D"/>
                        </a:buClr>
                        <a:buSzPts val="63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Summary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45725" marR="45725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781D"/>
                        </a:buClr>
                        <a:buSzPts val="63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rgbClr val="5F5F5F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45725" marR="45725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entury Gothic" panose="020B0502020202020204" pitchFamily="34" charset="0"/>
                        </a:rPr>
                        <a:t>___</a:t>
                      </a:r>
                      <a:r>
                        <a:rPr lang="en-US" sz="900" b="0" dirty="0" err="1">
                          <a:latin typeface="Century Gothic" panose="020B0502020202020204" pitchFamily="34" charset="0"/>
                        </a:rPr>
                        <a:t>type_here</a:t>
                      </a:r>
                      <a:r>
                        <a:rPr lang="en-US" sz="900" b="0" dirty="0">
                          <a:latin typeface="Century Gothic" panose="020B0502020202020204" pitchFamily="34" charset="0"/>
                        </a:rPr>
                        <a:t>___</a:t>
                      </a:r>
                      <a:endParaRPr lang="en-US" sz="9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endParaRPr sz="90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45725" marR="45725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530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781D"/>
                        </a:buClr>
                        <a:buSzPts val="63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Professional Experience </a:t>
                      </a:r>
                      <a:endParaRPr sz="900" u="none" strike="noStrike" cap="none" dirty="0"/>
                    </a:p>
                  </a:txBody>
                  <a:tcPr marL="45725" marR="45725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781D"/>
                        </a:buClr>
                        <a:buSzPts val="63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rgbClr val="5F5F5F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45725" marR="45725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entury Gothic" panose="020B0502020202020204" pitchFamily="34" charset="0"/>
                        </a:rPr>
                        <a:t>___</a:t>
                      </a:r>
                      <a:r>
                        <a:rPr lang="en-US" sz="900" b="0" dirty="0" err="1">
                          <a:latin typeface="Century Gothic" panose="020B0502020202020204" pitchFamily="34" charset="0"/>
                        </a:rPr>
                        <a:t>type_here</a:t>
                      </a:r>
                      <a:r>
                        <a:rPr lang="en-US" sz="900" b="0" dirty="0">
                          <a:latin typeface="Century Gothic" panose="020B0502020202020204" pitchFamily="34" charset="0"/>
                        </a:rPr>
                        <a:t>___</a:t>
                      </a:r>
                      <a:endParaRPr lang="en-US" sz="900" b="1" dirty="0"/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45725" marR="45725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6e631f0f73_0_0"/>
          <p:cNvSpPr txBox="1"/>
          <p:nvPr/>
        </p:nvSpPr>
        <p:spPr>
          <a:xfrm>
            <a:off x="196150" y="63975"/>
            <a:ext cx="11919600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B4D0A"/>
              </a:buClr>
              <a:buSzPts val="3200"/>
              <a:buFont typeface="Calibri"/>
              <a:buNone/>
            </a:pPr>
            <a:r>
              <a:rPr lang="en-US" sz="3200" dirty="0" err="1">
                <a:solidFill>
                  <a:srgbClr val="FB4D0A"/>
                </a:solidFill>
                <a:latin typeface="Calibri"/>
                <a:ea typeface="Calibri"/>
                <a:cs typeface="Calibri"/>
                <a:sym typeface="Calibri"/>
              </a:rPr>
              <a:t>Your_Name</a:t>
            </a:r>
            <a:r>
              <a:rPr lang="en-US" sz="3200" dirty="0">
                <a:solidFill>
                  <a:srgbClr val="FB4D0A"/>
                </a:solidFill>
                <a:latin typeface="Calibri"/>
                <a:ea typeface="Calibri"/>
                <a:cs typeface="Calibri"/>
                <a:sym typeface="Calibri"/>
              </a:rPr>
              <a:t>| Employee ID | Email</a:t>
            </a:r>
          </a:p>
        </p:txBody>
      </p:sp>
      <p:sp>
        <p:nvSpPr>
          <p:cNvPr id="400" name="Google Shape;400;g16e631f0f73_0_0"/>
          <p:cNvSpPr txBox="1"/>
          <p:nvPr/>
        </p:nvSpPr>
        <p:spPr>
          <a:xfrm>
            <a:off x="196150" y="430725"/>
            <a:ext cx="112401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Your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_Role</a:t>
            </a:r>
            <a:endParaRPr lang="en-US" sz="14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graphicFrame>
        <p:nvGraphicFramePr>
          <p:cNvPr id="401" name="Google Shape;401;g16e631f0f73_0_0"/>
          <p:cNvGraphicFramePr/>
          <p:nvPr>
            <p:extLst>
              <p:ext uri="{D42A27DB-BD31-4B8C-83A1-F6EECF244321}">
                <p14:modId xmlns:p14="http://schemas.microsoft.com/office/powerpoint/2010/main" val="4082664854"/>
              </p:ext>
            </p:extLst>
          </p:nvPr>
        </p:nvGraphicFramePr>
        <p:xfrm>
          <a:off x="196150" y="657825"/>
          <a:ext cx="11393743" cy="6080780"/>
        </p:xfrm>
        <a:graphic>
          <a:graphicData uri="http://schemas.openxmlformats.org/drawingml/2006/table">
            <a:tbl>
              <a:tblPr>
                <a:noFill/>
                <a:tableStyleId>{781B5F13-59AE-45E4-9BB5-5CCFF8B39774}</a:tableStyleId>
              </a:tblPr>
              <a:tblGrid>
                <a:gridCol w="1423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34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6535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781D"/>
                        </a:buClr>
                        <a:buSzPts val="63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Education </a:t>
                      </a:r>
                      <a:endParaRPr sz="900" u="none" strike="noStrike" cap="none" dirty="0"/>
                    </a:p>
                  </a:txBody>
                  <a:tcPr marL="45725" marR="45725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781D"/>
                        </a:buClr>
                        <a:buSzPts val="63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rgbClr val="5F5F5F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45725" marR="45725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900" b="1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900" b="1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entury Gothic" panose="020B0502020202020204" pitchFamily="34" charset="0"/>
                        </a:rPr>
                        <a:t>      ___</a:t>
                      </a:r>
                      <a:r>
                        <a:rPr lang="en-US" sz="900" b="0" dirty="0" err="1">
                          <a:latin typeface="Century Gothic" panose="020B0502020202020204" pitchFamily="34" charset="0"/>
                        </a:rPr>
                        <a:t>type_here</a:t>
                      </a:r>
                      <a:r>
                        <a:rPr lang="en-US" sz="900" b="0" dirty="0">
                          <a:latin typeface="Century Gothic" panose="020B0502020202020204" pitchFamily="34" charset="0"/>
                        </a:rPr>
                        <a:t>___</a:t>
                      </a:r>
                      <a:endParaRPr lang="en-US" sz="900" b="1" dirty="0"/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900" b="1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1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1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1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1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1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1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1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1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1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1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45725" marR="45725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2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781D"/>
                        </a:buClr>
                        <a:buSzPts val="630"/>
                        <a:buFont typeface="Arial"/>
                        <a:buNone/>
                        <a:tabLst/>
                        <a:defRPr/>
                      </a:pPr>
                      <a:r>
                        <a:rPr lang="en-US" sz="900" b="1" i="0" u="none" strike="noStrike" cap="none" dirty="0">
                          <a:solidFill>
                            <a:schemeClr val="lt1"/>
                          </a:solidFill>
                          <a:latin typeface="Century Gothic" panose="020B0502020202020204" pitchFamily="34" charset="0"/>
                          <a:ea typeface="Century Gothic"/>
                          <a:cs typeface="Century Gothic"/>
                          <a:sym typeface="Century Gothic"/>
                        </a:rPr>
                        <a:t>Skills and Certifications</a:t>
                      </a:r>
                      <a:endParaRPr lang="en-US" sz="900" b="1" i="0" u="none" strike="noStrike" cap="none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45725" marR="45725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781D"/>
                        </a:buClr>
                        <a:buSzPts val="63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rgbClr val="5F5F5F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45725" marR="45725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1" dirty="0">
                        <a:latin typeface="Century Gothic" panose="020B0502020202020204" pitchFamily="34" charset="0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entury Gothic" panose="020B0502020202020204" pitchFamily="34" charset="0"/>
                        </a:rPr>
                        <a:t>Technical Skills</a:t>
                      </a:r>
                      <a:r>
                        <a:rPr lang="en-US" sz="900" b="1" dirty="0"/>
                        <a:t>:</a:t>
                      </a:r>
                      <a:r>
                        <a:rPr lang="en-US" sz="900" b="0" dirty="0">
                          <a:latin typeface="Century Gothic" panose="020B0502020202020204" pitchFamily="34" charset="0"/>
                        </a:rPr>
                        <a:t> ___</a:t>
                      </a:r>
                      <a:r>
                        <a:rPr lang="en-US" sz="900" b="0" dirty="0" err="1">
                          <a:latin typeface="Century Gothic" panose="020B0502020202020204" pitchFamily="34" charset="0"/>
                        </a:rPr>
                        <a:t>type_here</a:t>
                      </a:r>
                      <a:r>
                        <a:rPr lang="en-US" sz="900" b="0" dirty="0">
                          <a:latin typeface="Century Gothic" panose="020B0502020202020204" pitchFamily="34" charset="0"/>
                        </a:rPr>
                        <a:t>___</a:t>
                      </a:r>
                      <a:endParaRPr lang="en-US" sz="900" b="1" dirty="0"/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1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1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1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sz="900" b="1" i="0" u="none" strike="noStrike" cap="none" dirty="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Certifications: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0" i="0" u="none" strike="noStrike" cap="none" dirty="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__</a:t>
                      </a:r>
                      <a:r>
                        <a:rPr lang="en-US" sz="900" b="0" i="0" u="none" strike="noStrike" cap="none" dirty="0" err="1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type_here</a:t>
                      </a:r>
                      <a:r>
                        <a:rPr lang="en-US" sz="900" b="0" i="0" u="none" strike="noStrike" cap="none" dirty="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___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sz="900" b="0" i="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45725" marR="45725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6938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624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60</Words>
  <Application>Microsoft Office PowerPoint</Application>
  <PresentationFormat>Widescreen</PresentationFormat>
  <Paragraphs>49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Calibri</vt:lpstr>
      <vt:lpstr>Arial</vt:lpstr>
      <vt:lpstr>NTR</vt:lpstr>
      <vt:lpstr>Century Gothic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Chinoy Saluja</dc:creator>
  <cp:lastModifiedBy>Ajaharuddin</cp:lastModifiedBy>
  <cp:revision>4</cp:revision>
  <dcterms:created xsi:type="dcterms:W3CDTF">2022-01-13T09:33:02Z</dcterms:created>
  <dcterms:modified xsi:type="dcterms:W3CDTF">2026-02-10T15:07:25Z</dcterms:modified>
</cp:coreProperties>
</file>